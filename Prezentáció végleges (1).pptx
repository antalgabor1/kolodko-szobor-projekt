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593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744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224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615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4648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08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688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849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95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027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375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34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9845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933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6307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540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0DD1-CF85-44B6-BCD4-C7D6A54C6235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0EE956C-4B40-40DE-97B7-19399CF20C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546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863B0D-2BBE-4FDD-A7A7-E9608F06A5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Prezentáció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D69A7F6-7A0A-479B-9310-8241DA228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Bartók Roland és Antal Gábor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421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D2148B-D149-4454-8686-7211F4A2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Feladataim - Roli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471E8A-FE9E-43D0-A644-F5FA921A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A projektmunka elosztás során nekem jutott a </a:t>
            </a:r>
            <a:r>
              <a:rPr lang="hu-HU" dirty="0" err="1"/>
              <a:t>Swot</a:t>
            </a:r>
            <a:r>
              <a:rPr lang="hu-HU" dirty="0"/>
              <a:t> Analízis, 3 szoborról (Skála Kópé, Halott Mókus és a Chuck </a:t>
            </a:r>
            <a:r>
              <a:rPr lang="hu-HU" dirty="0" err="1"/>
              <a:t>Norris</a:t>
            </a:r>
            <a:r>
              <a:rPr lang="hu-HU" dirty="0"/>
              <a:t>) esszé leírás a történetükről és a jelentőségéről a szobornak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Aztán el kellett mennem a saját szobraimhoz (Skála kópé és Halott Mókus) és lefotóztam magam vele, majd aztán 2 közöshöz is elmentem (Szenes Hanna és 14 karátos Autó), ezek után a saját weblapom drótvázát és design tervét készítettem 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A 3. mérföldkő feladatom a weblap készítés volt, megcsináltam 6 szobor Weblapját és a </a:t>
            </a:r>
            <a:r>
              <a:rPr lang="hu-HU" dirty="0" err="1"/>
              <a:t>Kolodkó</a:t>
            </a:r>
            <a:r>
              <a:rPr lang="hu-HU" dirty="0"/>
              <a:t> Mihály bemutató Weblapot készítettem el, ezek után pedig a prezentációnak a saját részemet </a:t>
            </a:r>
          </a:p>
          <a:p>
            <a:pPr>
              <a:buFont typeface="Wingdings" panose="05000000000000000000" pitchFamily="2" charset="2"/>
              <a:buChar char="Ø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3189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F6A39B-A444-4D77-85B5-76F183AF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Feladataim - Gábor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D348A0-5454-4462-8037-79B2E5E3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 projektmunka elosztás során nekem jutott a </a:t>
            </a:r>
            <a:r>
              <a:rPr lang="hu-HU" dirty="0" err="1"/>
              <a:t>Gant</a:t>
            </a:r>
            <a:r>
              <a:rPr lang="hu-HU" dirty="0"/>
              <a:t>-ot, 3 szoborról (14 karátos autó, Szenes Hanna, Orosz hadihajó) esszé leírás a történetükről és a jelentőségéről a szobornak</a:t>
            </a:r>
          </a:p>
          <a:p>
            <a:r>
              <a:rPr lang="hu-HU" dirty="0"/>
              <a:t>Aztán el kellett mennem a saját szobraimhoz (Skála kópé és Halott Mókus) és lefotóztam magam vele, majd aztán 2 közöshöz is elmentem (Szenes Hanna és 14 karátos Autó), ezek után a saját weblapom drótvázát és design tervét készítettem el</a:t>
            </a:r>
          </a:p>
          <a:p>
            <a:r>
              <a:rPr lang="hu-HU" dirty="0"/>
              <a:t>A 3. mérföldkő feladatom a weblap készítés volt, megcsináltam 2 szobor Weblapját és a </a:t>
            </a:r>
            <a:r>
              <a:rPr lang="hu-HU" dirty="0" err="1"/>
              <a:t>Kolodkó</a:t>
            </a:r>
            <a:r>
              <a:rPr lang="hu-HU" dirty="0"/>
              <a:t> Mihály Weblap bevezető oldalát és útvonaltervét készítettem el, ezek után pedig a prezentációnak a saját részemet.</a:t>
            </a:r>
          </a:p>
          <a:p>
            <a:pPr marL="0" indent="0">
              <a:buNone/>
            </a:pP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855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0DD59E-65E8-4338-A3F0-5FC56EA1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tanultam? - Roli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275D8D-944E-4CD7-A23E-3AA868DA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Bootstrap használatát, könnyebb volt így a munka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Ágazati Vizsgára a HTML és CSS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Csapatban dolgozni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dirty="0"/>
              <a:t>Kolodkó Mihályról és a szobrairól </a:t>
            </a:r>
          </a:p>
          <a:p>
            <a:pPr>
              <a:buFont typeface="Wingdings" panose="05000000000000000000" pitchFamily="2" charset="2"/>
              <a:buChar char="Ø"/>
            </a:pPr>
            <a:endParaRPr lang="hu-HU" dirty="0"/>
          </a:p>
          <a:p>
            <a:pPr>
              <a:buFont typeface="Wingdings" panose="05000000000000000000" pitchFamily="2" charset="2"/>
              <a:buChar char="Ø"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8686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3288FB-B7C2-EABA-463D-6C102EA2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Mit tanultam? - Gábor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9D8654-F37D-F384-2B6A-716E10F8E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HTML és CSS új dolgok.</a:t>
            </a:r>
          </a:p>
          <a:p>
            <a:r>
              <a:rPr lang="hu-HU" dirty="0" err="1"/>
              <a:t>Kolodkó</a:t>
            </a:r>
            <a:r>
              <a:rPr lang="hu-HU" dirty="0"/>
              <a:t> Mihályról és a szobrairól.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6833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D31FE9-8D35-437F-8B08-AEB3DE58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Vélemény - Roli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0A7250-1034-48C8-A2F0-9B45A313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Mikor megtudtam hogy így leszünk már tudtam hogy -1 emberrel van a csapat, de gyorsabban haladtunk. Megbeszéltük ki mit csinál, az elején még sikerült, utána már csak ketten maradtunk. Megismerhettem Kolodkó Mihály művészt is, és a szobrait. Leginkább a weboldal tetszik amit összedobtunk 2-en, mert így tanulhattam az ágazatira és tanultam belőle még többet. Ez a szobros téma bejött nekem.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512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EF63C3-DE6D-6FB8-CF02-553A8774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Vélemény - Gábor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B95153-762B-7F75-88CA-B4C02FC6C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Végre nem volt utolsó pillanatban kapkodás, jó </a:t>
            </a:r>
            <a:r>
              <a:rPr lang="hu-HU"/>
              <a:t>projekt volt.</a:t>
            </a:r>
            <a:endParaRPr lang="hu-HU" dirty="0"/>
          </a:p>
        </p:txBody>
      </p:sp>
      <p:pic>
        <p:nvPicPr>
          <p:cNvPr id="5" name="Kép 4" descr="A képen rajzfilm, clipart, hangulatjel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7556BCF-D6EF-0FC7-F840-18891C769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778" y="2608446"/>
            <a:ext cx="3772699" cy="333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78782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</TotalTime>
  <Words>363</Words>
  <Application>Microsoft Office PowerPoint</Application>
  <PresentationFormat>Szélesvásznú</PresentationFormat>
  <Paragraphs>24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Dimenzió</vt:lpstr>
      <vt:lpstr>Prezentáció</vt:lpstr>
      <vt:lpstr>Feladataim - Roli</vt:lpstr>
      <vt:lpstr>Feladataim - Gábor</vt:lpstr>
      <vt:lpstr>Mit tanultam? - Roli</vt:lpstr>
      <vt:lpstr>Mit tanultam? - Gábor</vt:lpstr>
      <vt:lpstr>Vélemény - Roli</vt:lpstr>
      <vt:lpstr>Vélemény - Gábor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</dc:title>
  <dc:creator>Bartók Roland Szabolcs</dc:creator>
  <cp:lastModifiedBy>Bartók Roland Szabolcs</cp:lastModifiedBy>
  <cp:revision>13</cp:revision>
  <dcterms:created xsi:type="dcterms:W3CDTF">2026-01-20T11:06:44Z</dcterms:created>
  <dcterms:modified xsi:type="dcterms:W3CDTF">2026-01-20T20:46:14Z</dcterms:modified>
</cp:coreProperties>
</file>